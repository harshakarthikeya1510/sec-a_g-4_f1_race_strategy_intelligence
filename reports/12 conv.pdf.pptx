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8016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5750"/>
            <a:ext cx="12801600" cy="7200900"/>
            <a:chOff x="0" y="0"/>
            <a:chExt cx="17068800" cy="960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68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601200"/>
                  </a:lnTo>
                  <a:lnTo>
                    <a:pt x="0" y="960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DAHIPv-LcPk</dc:identifier>
  <dcterms:modified xsi:type="dcterms:W3CDTF">2011-08-01T06:04:30Z</dcterms:modified>
  <cp:revision>1</cp:revision>
  <dc:title>12 conv.pdf</dc:title>
</cp:coreProperties>
</file>